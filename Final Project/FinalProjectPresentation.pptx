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55CF-EC6C-E487-56E0-57EAE019D7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Maze generation and solving using </a:t>
            </a:r>
            <a:r>
              <a:rPr lang="en-US" dirty="0" err="1"/>
              <a:t>dfs</a:t>
            </a:r>
            <a:r>
              <a:rPr lang="en-US" dirty="0"/>
              <a:t> and </a:t>
            </a:r>
            <a:r>
              <a:rPr lang="en-US" dirty="0" err="1"/>
              <a:t>bfs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E95EF-E34D-FD94-9338-7548FCD79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3"/>
            <a:ext cx="6801612" cy="2143949"/>
          </a:xfrm>
        </p:spPr>
        <p:txBody>
          <a:bodyPr/>
          <a:lstStyle/>
          <a:p>
            <a:r>
              <a:rPr lang="en-US" dirty="0"/>
              <a:t>Rayyan Samad</a:t>
            </a:r>
          </a:p>
          <a:p>
            <a:r>
              <a:rPr lang="en-US" dirty="0"/>
              <a:t>CS 5008 – Final Project</a:t>
            </a:r>
          </a:p>
          <a:p>
            <a:endParaRPr lang="en-US" dirty="0"/>
          </a:p>
          <a:p>
            <a:r>
              <a:rPr lang="en-US" i="1" dirty="0"/>
              <a:t>Generate a random maze and compare Depth-First Search and Breadth-First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95844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A285-4F5B-EEB4-6A2D-2A318C9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D932-4126-C4F6-D1D6-263CE938D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Generate a random maze.</a:t>
            </a:r>
          </a:p>
          <a:p>
            <a:r>
              <a:rPr lang="en-US" dirty="0"/>
              <a:t>Solve it using DFS.</a:t>
            </a:r>
          </a:p>
          <a:p>
            <a:r>
              <a:rPr lang="en-US" dirty="0"/>
              <a:t>Solve it again using BFS. </a:t>
            </a:r>
          </a:p>
          <a:p>
            <a:r>
              <a:rPr lang="en-US" dirty="0"/>
              <a:t>Compare how the two algorithms perform.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I wanted to see how two common graph traversal algorithms behave on the same maze.</a:t>
            </a:r>
          </a:p>
        </p:txBody>
      </p:sp>
    </p:spTree>
    <p:extLst>
      <p:ext uri="{BB962C8B-B14F-4D97-AF65-F5344CB8AC3E}">
        <p14:creationId xmlns:p14="http://schemas.microsoft.com/office/powerpoint/2010/main" val="3333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05DC-1F50-B206-EFA0-C94975A6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807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/>
              <a:t>How the maze is generated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EC7370-FF9F-4131-8812-2123F5D9D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315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377563-4FF6-4DD0-B84A-CFBB8D783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907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A88D8-65C5-EA77-6F88-0865C6C9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371" y="1293275"/>
            <a:ext cx="898671" cy="42793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AB69-E56E-63C8-44E2-C2D210D4E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0378" y="2638044"/>
            <a:ext cx="5963317" cy="326320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Maze Generation: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Maze starts completely filled with walls.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Recursive backtracking carves passages.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Directions are shuffled randomly.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Start and end points are added after the maze is created.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Code snippet: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maze[1][1] = START;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maze[ROWS-2][COLS-2] = END;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maze[1][1] places the start, and ROWS-2 places the end inside the maze border.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i="1" dirty="0"/>
              <a:t>Every maze is different because the directions are randomized. </a:t>
            </a:r>
          </a:p>
        </p:txBody>
      </p:sp>
    </p:spTree>
    <p:extLst>
      <p:ext uri="{BB962C8B-B14F-4D97-AF65-F5344CB8AC3E}">
        <p14:creationId xmlns:p14="http://schemas.microsoft.com/office/powerpoint/2010/main" val="110324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51DC9-3686-EFF9-CE76-FEAF294D0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417D9-CCBF-8586-E86B-2CE7EBC261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Uses recursion.</a:t>
            </a:r>
          </a:p>
          <a:p>
            <a:r>
              <a:rPr lang="en-US" dirty="0"/>
              <a:t>Explores one path as far as possible.</a:t>
            </a:r>
          </a:p>
          <a:p>
            <a:r>
              <a:rPr lang="en-US" dirty="0"/>
              <a:t>Backtracks when it reaches a dead end.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dfsHelper</a:t>
            </a:r>
            <a:r>
              <a:rPr lang="en-US" dirty="0"/>
              <a:t>(1,1);</a:t>
            </a:r>
          </a:p>
          <a:p>
            <a:pPr marL="0" indent="0">
              <a:buNone/>
            </a:pPr>
            <a:r>
              <a:rPr lang="en-US" dirty="0"/>
              <a:t>begins the recursive DFS search.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570FE-7729-121A-ACAE-79EE66EDC4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Uses a queue.</a:t>
            </a:r>
          </a:p>
          <a:p>
            <a:r>
              <a:rPr lang="en-US" dirty="0"/>
              <a:t>Explores neighboring cells first.</a:t>
            </a:r>
          </a:p>
          <a:p>
            <a:r>
              <a:rPr lang="en-US" dirty="0"/>
              <a:t>Guarantees the shortest path.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enqueue(q,1,1);</a:t>
            </a:r>
          </a:p>
          <a:p>
            <a:pPr marL="0" indent="0">
              <a:buNone/>
            </a:pPr>
            <a:r>
              <a:rPr lang="en-US" dirty="0"/>
              <a:t>places the starting cell into the BFS queue.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10D9E-A815-1364-25A4-18527D5631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bfs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FF5FF2-77B4-5A5C-A559-F56EFB4F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vs </a:t>
            </a:r>
            <a:r>
              <a:rPr lang="en-US" dirty="0" err="1"/>
              <a:t>bfs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42931E-3C41-5AA3-66F9-B29E96FD2996}"/>
              </a:ext>
            </a:extLst>
          </p:cNvPr>
          <p:cNvCxnSpPr>
            <a:stCxn id="2" idx="3"/>
          </p:cNvCxnSpPr>
          <p:nvPr/>
        </p:nvCxnSpPr>
        <p:spPr>
          <a:xfrm>
            <a:off x="5853684" y="2665477"/>
            <a:ext cx="0" cy="4192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49DCA1-1F4C-1E61-D1F4-ED774BCCAB29}"/>
              </a:ext>
            </a:extLst>
          </p:cNvPr>
          <p:cNvCxnSpPr/>
          <p:nvPr/>
        </p:nvCxnSpPr>
        <p:spPr>
          <a:xfrm>
            <a:off x="0" y="301752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36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A2DC-8144-5329-7FD5-1886481C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DF5AE-C73F-9A6E-0C3A-76CD2692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Compile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 err="1"/>
              <a:t>gcc</a:t>
            </a:r>
            <a:r>
              <a:rPr lang="en-US" i="1" dirty="0"/>
              <a:t> </a:t>
            </a:r>
            <a:r>
              <a:rPr lang="en-US" i="1" dirty="0" err="1"/>
              <a:t>FinalProject_RayyanSamad.c</a:t>
            </a:r>
            <a:r>
              <a:rPr lang="en-US" i="1" dirty="0"/>
              <a:t> -o </a:t>
            </a:r>
            <a:r>
              <a:rPr lang="en-US" i="1" dirty="0" err="1"/>
              <a:t>FinalProject_RayyanSamad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Run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./</a:t>
            </a:r>
            <a:r>
              <a:rPr lang="en-US" i="1" dirty="0" err="1"/>
              <a:t>FinalProject_RayyanSamad</a:t>
            </a:r>
            <a:r>
              <a:rPr lang="en-US" i="1" dirty="0"/>
              <a:t> 42</a:t>
            </a:r>
          </a:p>
        </p:txBody>
      </p:sp>
    </p:spTree>
    <p:extLst>
      <p:ext uri="{BB962C8B-B14F-4D97-AF65-F5344CB8AC3E}">
        <p14:creationId xmlns:p14="http://schemas.microsoft.com/office/powerpoint/2010/main" val="412835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592C-50EE-8063-B1E5-DC2FB0C84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51A0A1-4862-B1F0-E947-0593D2CCC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641807"/>
              </p:ext>
            </p:extLst>
          </p:nvPr>
        </p:nvGraphicFramePr>
        <p:xfrm>
          <a:off x="2230438" y="2638425"/>
          <a:ext cx="7731123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77041">
                  <a:extLst>
                    <a:ext uri="{9D8B030D-6E8A-4147-A177-3AD203B41FA5}">
                      <a16:colId xmlns:a16="http://schemas.microsoft.com/office/drawing/2014/main" val="2683031309"/>
                    </a:ext>
                  </a:extLst>
                </a:gridCol>
                <a:gridCol w="2577041">
                  <a:extLst>
                    <a:ext uri="{9D8B030D-6E8A-4147-A177-3AD203B41FA5}">
                      <a16:colId xmlns:a16="http://schemas.microsoft.com/office/drawing/2014/main" val="1691946316"/>
                    </a:ext>
                  </a:extLst>
                </a:gridCol>
                <a:gridCol w="2577041">
                  <a:extLst>
                    <a:ext uri="{9D8B030D-6E8A-4147-A177-3AD203B41FA5}">
                      <a16:colId xmlns:a16="http://schemas.microsoft.com/office/drawing/2014/main" val="164618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Cells 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08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47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8744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5EEA14-84AE-40E0-B1A6-FD97F904404A}"/>
              </a:ext>
            </a:extLst>
          </p:cNvPr>
          <p:cNvSpPr txBox="1"/>
          <p:nvPr/>
        </p:nvSpPr>
        <p:spPr>
          <a:xfrm>
            <a:off x="3047113" y="5246977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DFS explored fewer cells in this run, while BFS guarantees the shortest path.</a:t>
            </a:r>
          </a:p>
        </p:txBody>
      </p:sp>
    </p:spTree>
    <p:extLst>
      <p:ext uri="{BB962C8B-B14F-4D97-AF65-F5344CB8AC3E}">
        <p14:creationId xmlns:p14="http://schemas.microsoft.com/office/powerpoint/2010/main" val="56484264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501</TotalTime>
  <Words>267</Words>
  <Application>Microsoft Macintosh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Maze generation and solving using dfs and bfs</vt:lpstr>
      <vt:lpstr>Project goal</vt:lpstr>
      <vt:lpstr>How the maze is generated</vt:lpstr>
      <vt:lpstr>DFS vs bfs</vt:lpstr>
      <vt:lpstr>Live demo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Rayyan Samad</dc:creator>
  <cp:lastModifiedBy>Rayyan Samad</cp:lastModifiedBy>
  <cp:revision>8</cp:revision>
  <dcterms:created xsi:type="dcterms:W3CDTF">2026-08-04T07:33:28Z</dcterms:created>
  <dcterms:modified xsi:type="dcterms:W3CDTF">2026-08-04T15:55:18Z</dcterms:modified>
</cp:coreProperties>
</file>